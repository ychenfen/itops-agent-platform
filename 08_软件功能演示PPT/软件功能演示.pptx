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ae56d3126e424f" /><Relationship Type="http://schemas.openxmlformats.org/officeDocument/2006/relationships/extended-properties" Target="/docProps/app.xml" Id="R1c58063f52ce4e9c" /><Relationship Type="http://schemas.openxmlformats.org/officeDocument/2006/relationships/officeDocument" Target="/ppt/presentation.xml" Id="R0b61e674023d49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b8f559a85e4669"/>
  </p:sldMasterIdLst>
  <p:notesMasterIdLst>
    <p:notesMasterId xmlns:r="http://schemas.openxmlformats.org/officeDocument/2006/relationships" r:id="R61429909c29a451b"/>
  </p:notesMasterIdLst>
  <p:sldIdLst>
    <p:sldId xmlns:r="http://schemas.openxmlformats.org/officeDocument/2006/relationships" id="256" r:id="Rc31bb692c3474104"/>
    <p:sldId xmlns:r="http://schemas.openxmlformats.org/officeDocument/2006/relationships" id="257" r:id="R8cb60d90069c4a0d"/>
    <p:sldId xmlns:r="http://schemas.openxmlformats.org/officeDocument/2006/relationships" id="258" r:id="R656d713e9d324feb"/>
    <p:sldId xmlns:r="http://schemas.openxmlformats.org/officeDocument/2006/relationships" id="259" r:id="R17ed5f0c65e949ef"/>
    <p:sldId xmlns:r="http://schemas.openxmlformats.org/officeDocument/2006/relationships" id="260" r:id="Rc9ce0f1cb2884648"/>
    <p:sldId xmlns:r="http://schemas.openxmlformats.org/officeDocument/2006/relationships" id="261" r:id="Ra3d8df46ee4848a3"/>
    <p:sldId xmlns:r="http://schemas.openxmlformats.org/officeDocument/2006/relationships" id="262" r:id="R3bf04c0f6cc34ee3"/>
    <p:sldId xmlns:r="http://schemas.openxmlformats.org/officeDocument/2006/relationships" id="263" r:id="R46694ca026c4415b"/>
    <p:sldId xmlns:r="http://schemas.openxmlformats.org/officeDocument/2006/relationships" id="264" r:id="R27d5fdc894624340"/>
    <p:sldId xmlns:r="http://schemas.openxmlformats.org/officeDocument/2006/relationships" id="265" r:id="R44ecf45d5ae742e9"/>
    <p:sldId xmlns:r="http://schemas.openxmlformats.org/officeDocument/2006/relationships" id="266" r:id="R72380fb1364b43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217acc334f4d10" /><Relationship Type="http://schemas.openxmlformats.org/officeDocument/2006/relationships/slideMaster" Target="/ppt/slideMasters/slideMaster1.xml" Id="Re0b8f559a85e4669" /><Relationship Type="http://schemas.openxmlformats.org/officeDocument/2006/relationships/notesMaster" Target="/ppt/notesMasters/notesMaster1.xml" Id="R61429909c29a451b" /><Relationship Type="http://schemas.openxmlformats.org/officeDocument/2006/relationships/presProps" Target="/ppt/presProps.xml" Id="R2ed5266468124ed6" /><Relationship Type="http://schemas.openxmlformats.org/officeDocument/2006/relationships/tableStyles" Target="/ppt/tableStyles.xml" Id="Rcdd9f807d94f4a9c" /><Relationship Type="http://schemas.openxmlformats.org/officeDocument/2006/relationships/slide" Target="/ppt/slides/slide1.xml" Id="Rc31bb692c3474104" /><Relationship Type="http://schemas.openxmlformats.org/officeDocument/2006/relationships/slide" Target="/ppt/slides/slide2.xml" Id="R8cb60d90069c4a0d" /><Relationship Type="http://schemas.openxmlformats.org/officeDocument/2006/relationships/slide" Target="/ppt/slides/slide3.xml" Id="R656d713e9d324feb" /><Relationship Type="http://schemas.openxmlformats.org/officeDocument/2006/relationships/slide" Target="/ppt/slides/slide4.xml" Id="R17ed5f0c65e949ef" /><Relationship Type="http://schemas.openxmlformats.org/officeDocument/2006/relationships/slide" Target="/ppt/slides/slide5.xml" Id="Rc9ce0f1cb2884648" /><Relationship Type="http://schemas.openxmlformats.org/officeDocument/2006/relationships/slide" Target="/ppt/slides/slide6.xml" Id="Ra3d8df46ee4848a3" /><Relationship Type="http://schemas.openxmlformats.org/officeDocument/2006/relationships/slide" Target="/ppt/slides/slide7.xml" Id="R3bf04c0f6cc34ee3" /><Relationship Type="http://schemas.openxmlformats.org/officeDocument/2006/relationships/slide" Target="/ppt/slides/slide8.xml" Id="R46694ca026c4415b" /><Relationship Type="http://schemas.openxmlformats.org/officeDocument/2006/relationships/slide" Target="/ppt/slides/slide9.xml" Id="R27d5fdc894624340" /><Relationship Type="http://schemas.openxmlformats.org/officeDocument/2006/relationships/slide" Target="/ppt/slides/slide10.xml" Id="R44ecf45d5ae742e9" /><Relationship Type="http://schemas.openxmlformats.org/officeDocument/2006/relationships/slide" Target="/ppt/slides/slide11.xml" Id="R72380fb1364b43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e00abe549045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05f091233452e" /><Relationship Type="http://schemas.openxmlformats.org/officeDocument/2006/relationships/notesMaster" Target="/ppt/notesMasters/notesMaster1.xml" Id="Rf3fccbdb167547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6f6e50a7e54d95" /><Relationship Type="http://schemas.openxmlformats.org/officeDocument/2006/relationships/notesMaster" Target="/ppt/notesMasters/notesMaster1.xml" Id="R56992a8e512e4b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7e519dfb7e4dc3" /><Relationship Type="http://schemas.openxmlformats.org/officeDocument/2006/relationships/notesMaster" Target="/ppt/notesMasters/notesMaster1.xml" Id="R06f955a9b25e40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4e43d0a8cd4adc" /><Relationship Type="http://schemas.openxmlformats.org/officeDocument/2006/relationships/notesMaster" Target="/ppt/notesMasters/notesMaster1.xml" Id="R72035d6edb5240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b7550793594ca2" /><Relationship Type="http://schemas.openxmlformats.org/officeDocument/2006/relationships/notesMaster" Target="/ppt/notesMasters/notesMaster1.xml" Id="R740369b340cc47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9f3b911eba4b21" /><Relationship Type="http://schemas.openxmlformats.org/officeDocument/2006/relationships/notesMaster" Target="/ppt/notesMasters/notesMaster1.xml" Id="Raff5fbe8ef5c4a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e3afabf20a476b" /><Relationship Type="http://schemas.openxmlformats.org/officeDocument/2006/relationships/notesMaster" Target="/ppt/notesMasters/notesMaster1.xml" Id="R82a5cb1338d642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35754756204e38" /><Relationship Type="http://schemas.openxmlformats.org/officeDocument/2006/relationships/notesMaster" Target="/ppt/notesMasters/notesMaster1.xml" Id="Re759946263504f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75a70f99094eeb" /><Relationship Type="http://schemas.openxmlformats.org/officeDocument/2006/relationships/notesMaster" Target="/ppt/notesMasters/notesMaster1.xml" Id="R2fcc2287c4a842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a5f3d575c44983" /><Relationship Type="http://schemas.openxmlformats.org/officeDocument/2006/relationships/notesMaster" Target="/ppt/notesMasters/notesMaster1.xml" Id="Rf49ec356636f4f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2e25ad12a24652" /><Relationship Type="http://schemas.openxmlformats.org/officeDocument/2006/relationships/notesMaster" Target="/ppt/notesMasters/notesMaster1.xml" Id="R23c159d47e7740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21f71482745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70229c02b4787" /><Relationship Type="http://schemas.openxmlformats.org/officeDocument/2006/relationships/slideLayout" Target="/ppt/slideLayouts/slideLayout1.xml" Id="Rcfa8b101b3bc4d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a8b101b3bc4d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4ee3838ad4dc6" /><Relationship Type="http://schemas.openxmlformats.org/officeDocument/2006/relationships/notesSlide" Target="/ppt/notesSlides/notesSlide1.xml" Id="R87bf45bbfc7a43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6b6caa39246d7" /><Relationship Type="http://schemas.openxmlformats.org/officeDocument/2006/relationships/notesSlide" Target="/ppt/notesSlides/notesSlide2.xml" Id="R970c08e14c644c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d3d78de144149" /><Relationship Type="http://schemas.openxmlformats.org/officeDocument/2006/relationships/notesSlide" Target="/ppt/notesSlides/notesSlide3.xml" Id="R12852b809d454b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a514ec3fa41e3" /><Relationship Type="http://schemas.openxmlformats.org/officeDocument/2006/relationships/image" Target="/ppt/media/image.png" Id="R1899c76b5c0e4863" /><Relationship Type="http://schemas.openxmlformats.org/officeDocument/2006/relationships/notesSlide" Target="/ppt/notesSlides/notesSlide4.xml" Id="Rfb59f233c99e40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d9f94911d45f0" /><Relationship Type="http://schemas.openxmlformats.org/officeDocument/2006/relationships/image" Target="/ppt/media/image2.png" Id="R022d09b375374518" /><Relationship Type="http://schemas.openxmlformats.org/officeDocument/2006/relationships/notesSlide" Target="/ppt/notesSlides/notesSlide5.xml" Id="R70fc464b732e41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751d306774311" /><Relationship Type="http://schemas.openxmlformats.org/officeDocument/2006/relationships/image" Target="/ppt/media/image3.png" Id="R0367c42daf294e3f" /><Relationship Type="http://schemas.openxmlformats.org/officeDocument/2006/relationships/notesSlide" Target="/ppt/notesSlides/notesSlide6.xml" Id="R8cd2fba1c67e49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a4cb262c64b3d" /><Relationship Type="http://schemas.openxmlformats.org/officeDocument/2006/relationships/notesSlide" Target="/ppt/notesSlides/notesSlide7.xml" Id="Rb42da595fae14a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624001c6d4fca" /><Relationship Type="http://schemas.openxmlformats.org/officeDocument/2006/relationships/image" Target="/ppt/media/image4.png" Id="R9a2a843bf3d741ae" /><Relationship Type="http://schemas.openxmlformats.org/officeDocument/2006/relationships/notesSlide" Target="/ppt/notesSlides/notesSlide8.xml" Id="Reecda85fe52047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e19f9a003442b" /><Relationship Type="http://schemas.openxmlformats.org/officeDocument/2006/relationships/notesSlide" Target="/ppt/notesSlides/notesSlide9.xml" Id="Rdd52330c840547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4ddf9f26d42c0" /><Relationship Type="http://schemas.openxmlformats.org/officeDocument/2006/relationships/notesSlide" Target="/ppt/notesSlides/notesSlide10.xml" Id="Re75434ceb9544f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0dcdc34a2415a" /><Relationship Type="http://schemas.openxmlformats.org/officeDocument/2006/relationships/notesSlide" Target="/ppt/notesSlides/notesSlide11.xml" Id="R69e9d69f9e354c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98B92-C56F-462B-AD94-6F7981FC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企业 IT 运维多 Agent 自动化平台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BE228-1E2D-434B-9D8A-E7775637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30C79-A2AC-4A5B-B8C0-0D35C9C7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ITOps Agent Platform v3.0.6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46196-2B46-4EB7-965A-E354217C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统一资产、告警、自动化、Agent 与审计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8CEA1-D377-4A46-92EA-FC991D97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2026-07-31</a:t>
            </a:r>
          </a:p>
        </p:txBody>
      </p:sp>
    </p:spTree>
    <p:extLst>
      <p:ext uri="{BB962C8B-B14F-4D97-AF65-F5344CB8AC3E}">
        <p14:creationId xmlns:p14="http://schemas.microsoft.com/office/powerpoint/2010/main" val="11994531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F4293-064A-4258-824A-093C55B3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ITOPS AGENT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01FA3-511E-4094-AB04-0008C161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把分散的运维动作收拢为一条可审计的执行链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9FF47-71D7-45A9-A736-71AB282E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3333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EFFF5-C47C-4D75-A8AE-16A2633E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5A81B-4763-4BB5-BAE6-1346345D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AC35D-3FED-46A2-B0BB-6405450A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781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服务器、网络、容器、数据中心与告警在同一控制台集中查看。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2775A-380A-46A3-A8E2-F2A0C6B7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3333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9B264-6FBD-4AA0-BFBA-1B225C08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5764B-7213-468C-B373-0FAAB0AA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自动执行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C8609-26CF-4106-8B22-B5FB3FA9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2781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工作流、脚本、任务和审批形成从请求到结果的闭环。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49F15-3090-4217-9813-D07D523B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43100"/>
            <a:ext cx="3333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F6166-F30B-4E3A-BEF0-393C2BBF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C3226-9228-45CE-8855-B8891229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智能协同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A45C6-9E87-43D6-B994-36A2077F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2781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专业 Agent、知识库和模型用于分析、建议与受控修复。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24DCA-F707-4118-9D76-39BF8FF4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EFA80-3DA0-4399-ADDF-1E392F88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8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32783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836CF-73B4-4F8F-92D4-CB4139B0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ITOPS AGENT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E08AA-0AE0-41B0-A2AC-9312FBF3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五层架构让核心平台轻量启动，外部能力按需接入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215AA-8839-48D5-ABF3-963D0CE8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CCD4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62098-9136-475C-8BFA-E01DB5B4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浏览器交互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A9207-340A-42D8-98AD-A16C59D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192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React 18 · Ant Design · React 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6DEF2-FDFF-4F52-87B7-DCBA25D3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CD4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FB698-6083-4BCB-9107-89AC5956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统一接入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72C76-0E53-4BA0-98FD-173445A6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Express · HTTP/JSON · Socket.IO · Swagger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7E94C-22C5-4B3A-A74D-E71C4DF1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CCD4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9A186-C263-4987-9FC2-54035A3E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18 个业务模块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6712D-CBEE-4814-955A-F5C9BE82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资产 · 监控 · 自动化 · 告警 · AI · 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F0591-B56E-4A4C-BC65-7170A233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CD4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5348E-5307-4BBB-9026-581D1FF9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数据与服务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E962E-2A2E-4A13-BE28-9BCA3EEC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Repository · SQLite · 迁移 · 服务注册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7A400-C170-4027-A4F9-1A2BA881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CCD4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4091F-FF66-428F-85F6-4D1934D2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62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外部资源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E6B7A-37B5-4B2A-95F0-D71210B8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720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SSH · SNMP · Docker · K8s · SMTP · 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4FBAA-0B91-457A-988E-84972AF9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C3993-2106-4C07-A71A-550AC4A7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8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63124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D7C93-B26E-4F59-B5CF-C53B7C1F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ITOPS AGENT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7CC10-2F66-4FEA-AF61-9DAB2925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仪表盘先给出全局态势，再把高频动作放在手边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9c76b5c0e4863"/>
          <a:stretch xmlns:a="http://schemas.openxmlformats.org/drawingml/2006/main"/>
        </p:blipFill>
        <p:spPr>
          <a:xfrm xmlns:a="http://schemas.openxmlformats.org/drawingml/2006/main">
            <a:off x="4326255" y="1524000"/>
            <a:ext cx="7254240" cy="4533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082A6-4FB1-4341-9995-4AAA1D8A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一个视图回答三件事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27EFB-1C4D-476B-B963-2C799891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资源现在怎样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有什么告警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下一步能执行什么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D99F5-74BD-4FF0-8052-E0BA343F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12 Agent · 46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D5E45-A36F-4B72-8A1B-8AA6EB6B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E320A-D14B-412F-8B34-77C77250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8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83667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26D08-6A51-4887-86E9-FCE69539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ITOPS AGENT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346E3-0393-44CE-9F7E-43D52958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服务器管理覆盖建档、采集、批量处理与远程操作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d09b375374518"/>
          <a:stretch xmlns:a="http://schemas.openxmlformats.org/drawingml/2006/main"/>
        </p:blipFill>
        <p:spPr>
          <a:xfrm xmlns:a="http://schemas.openxmlformats.org/drawingml/2006/main">
            <a:off x="457200" y="1487091"/>
            <a:ext cx="7524750" cy="470296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CD6AF-6DFD-4687-89BD-5A21FDB2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BD8C7-4F98-415A-9C38-6FE75C58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304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添加与分组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CSV 导入导出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主机信息与性能采集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SSH 密钥、终端与远程桌面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F251C-FC98-4EC5-B01A-24AD1BC9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所有高风险动作进入权限与审计边界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0814A-9AAC-401C-9505-54EFC063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13101-2EB4-41C4-BE29-5864910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8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01921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84187-7EAB-4B51-A825-FFD73654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ITOPS AGENT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B1D24-F4D1-449A-8AE2-DCEC5C2E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发现、SNMP 与拓扑让资源依赖可见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7c42daf294e3f"/>
          <a:stretch xmlns:a="http://schemas.openxmlformats.org/drawingml/2006/main"/>
        </p:blipFill>
        <p:spPr>
          <a:xfrm xmlns:a="http://schemas.openxmlformats.org/drawingml/2006/main">
            <a:off x="5676900" y="1916906"/>
            <a:ext cx="6057900" cy="378618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DE7CB-8398-452F-9E3D-80B9F879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62FC7-68AE-44BE-9494-2D6ECE49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设备建档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EEAD5-2207-41BC-87A5-B8FC100B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连接参数与厂商适配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23C0B-C528-48F9-90F0-A1731897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70186-5998-412E-B823-F491A2A0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主动发现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E4306-C64B-4EBE-ACBE-9E91F76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授权网段与速率控制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D7603-0714-4D8B-9382-CF182B38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1ECD0-BAC7-48D6-9A2E-0A4908FE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指标采集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9409C-767F-4763-B6FC-E2D9EAD7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SNMP 与健康状态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FB855-0E38-4A10-BEB6-D9C8C32D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96BDD-1CD8-4B62-8C1C-D5E31C23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依赖视图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EE972-920F-4DBC-BBF9-37665402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服务关系与故障定位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7B755-180D-4B19-AF3E-454B17F1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F0B17-BB76-4E7D-8D27-1575511B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8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60558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77253-66E2-4224-A68E-CB29E20D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ITOPS AGENT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50994-955C-4076-9A85-E42273B1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自动化不是直接执行，而是经过策略、审批和结果回写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5C6FC-FEFC-45DB-AF3B-538B3BB6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1847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DD4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772F9-1A01-4927-833E-19D38FC4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92AB7-F9BE-4696-B51D-5FC7237E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提出任务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FFCD4-EA10-474D-BA40-5B36028B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051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89CEC-5213-437B-BAFA-E14C90E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1847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DD4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AC1EA-033E-4988-A3E2-17A38788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F6BCC-3F0E-4F46-8AB6-63DE9789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权限/策略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330C5-8534-492E-9C00-9A09A076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3E128-EB5E-4EAC-9A09-A28A9E76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1847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DD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F8EDC-64D6-48BD-ADD6-CCDACE3F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9A1E9-88D3-49EA-97BB-B1F31902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766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9697F-E1DD-4958-9388-E54E2820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E39CE-A5A5-454A-8666-CE2BB53F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28900"/>
            <a:ext cx="1847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CDD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779A9-882F-40EF-89AA-665C61F5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F9B93-9ECA-4CFD-BF0B-155F7CFF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队列执行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F5AA5-75DB-4A79-A31A-AC6133B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8915D-235D-4FF8-8D71-8868C616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1847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DD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1064C-352C-4486-95EC-FB44A115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0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4B863-085E-4E59-8F8C-0A06A9F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766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结果与审计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FCD22-79F4-4D90-A84B-CC73746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工作流支持变量、条件、并行、循环、超时和失败处理；高风险操作可要求人工批准。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DCDB8-F1D1-41F3-A738-C7D3366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60C4E-9A67-47D5-9A0F-8BDB4109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8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32604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05BBE-3F3D-4597-9F4A-0F5EA5D0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ITOPS AGENT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0D8D8-D65C-48EF-B4C3-7948F4D4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 Agent 分工协作，模型只是其中一个可配置能力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a843bf3d741ae"/>
          <a:stretch xmlns:a="http://schemas.openxmlformats.org/drawingml/2006/main"/>
        </p:blipFill>
        <p:spPr>
          <a:xfrm xmlns:a="http://schemas.openxmlformats.org/drawingml/2006/main">
            <a:off x="485775" y="14668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61AB6-76BD-4029-8BBD-0F2A9CD8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预置角色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8ABEA-CA1F-4751-B4B7-46DCF28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62200"/>
            <a:ext cx="26670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数据库运维</a:t>
            </a:r>
          </a:p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网络巡检</a:t>
            </a:r>
          </a:p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自动巡检</a:t>
            </a:r>
          </a:p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命令生成</a:t>
            </a:r>
          </a:p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服务器操作</a:t>
            </a:r>
          </a:p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合规检查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6E7BB-937D-472A-BF8E-95B6718B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721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AI 建议必须经过权限、策略或人工复核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6C120-51E9-4CC2-8EB8-3969690B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A73BE-88CB-422F-9507-B3F9C363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8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47662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23E44-F026-4298-8B6A-4993A7FB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ITOPS AGENT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D3570-3B1F-427D-AF03-E19ACA13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测试证据支持功能演示，初赛遗留的 4 个断言已全部修正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C5DF1-1DF6-4142-8AA5-207802C4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自动化测试于 2026-07-30 重跑；HTTP 基线为 2026-07-17 采集。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F37CF-D329-466B-B89F-1CEC0497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F3F5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F9578-AD85-4D64-A66B-8AC13D67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8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865C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8EAD9-9A3C-4EAD-BF2C-8EAB7D81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966 / 966 功能测试通过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CACA7-134A-40B0-9BCB-4620A41F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241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F3F5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5AB2F-52B1-474B-8E0D-D793585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5270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10A72-0C3E-496C-ABCD-AD0AED24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147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本地 HTTP 基线请求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DF89F-80EB-43DA-B102-673BDCA5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F3F5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1DDDB-0C5E-46F3-8A2F-39BA6F81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8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865C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79357-FAED-48FF-A130-EABFC5D3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三类场景请求成功率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F03A6-8CFD-468F-8BC4-CBA27430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原遗留 4 项断言已同步至当前接口；回归中另修复 1 项用例间状态泄漏导致的偶发失败。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2A416-F00C-4033-8B51-422F6B2C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F6919-8B15-46A2-AD4A-DEA30154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8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91136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FCDA0-6AB3-4B54-872A-46AA761B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银河麒麟 V11 loongarch64 完成核心启动与恢复验证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3C4C2-F570-4B90-BC94-5D05B33B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CC295-251A-4153-AB3B-72D2F916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24B32-B596-4CD7-97ED-38FA00A4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28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Node 20.18.2 · npm 10.8.2 · gcc/g++/make/python3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6B579-C27C-4848-9E20-3B80C1E3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127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C7B6B-731F-4483-92D7-F199F8FC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核心服务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BD1B1-17B9-4940-929C-A36BF8A5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后端 3001 HTTP 200 · 前端 3002 HTTP 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84F5A-157F-424C-BC67-0E5FFD6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127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3DD6C-4006-4C5B-93A4-FC4F6C79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1BED9-4001-4931-819B-5EECECA8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SQLite 健康 · 104 张表 · 版本 3.0.5（实机采集）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07F6F-1FB7-4A4D-BB5F-F058343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27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58B02-E253-4116-B069-E79F38E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服务管理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0850C-6B12-4680-B3D5-8CAD0439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systemd enabled · Restart=always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09142-737E-4739-A408-17E31AF5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27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A04C8-B6EC-4096-8826-15708FA3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恢复验证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7B203-EFF0-44BF-8D25-31464B57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强制终止后 PID 变化并自动恢复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C5CD4-0C78-4B97-A519-3820245E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9ECD1-9FE8-432B-9F4E-B3B538E6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8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91368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C888D-84C7-4F03-B384-05DA5257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演示路径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6DEAF-83C3-4445-8B2E-5D635DCE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从态势感知走到受控执行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3E508-CBAB-4C45-B862-38B54F4E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486FD-D24C-4CAF-BAB6-D87F2931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登录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E99E6-787E-4026-92A2-A4D1612B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76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2B2D7-A1BD-483F-B3EF-051F653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8F93B-4298-4720-A100-CCD6D1E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956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仪表盘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A585F-0E9F-4F91-ABFE-5840B6A2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FAA49-64E9-4D7A-8E5E-5CC7E46A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48BA1-E55D-495E-B61B-75333237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956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服务器/网络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4A551-45AB-4F01-AA93-968124D4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17CB2-7223-42B0-B80A-ACEE208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01E9D-D6A0-4A66-9E9D-B8341E90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工作流/Agent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FFF6F-C6A7-4809-9199-E47C922A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C3D1E-F171-4560-8361-5210780B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7D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30E65-8A0C-433B-BAB8-EC480BB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956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告警与审计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42726-F6F4-4A6E-99AD-771C6E23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统一入口 · 可控自动化 · 多 Agent 协作 · 全程留痕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723B4-65F8-4C94-829A-B5BB8115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ITOps Agent Platform v3.0.6</a:t>
            </a:r>
          </a:p>
        </p:txBody>
      </p:sp>
    </p:spTree>
    <p:extLst>
      <p:ext uri="{BB962C8B-B14F-4D97-AF65-F5344CB8AC3E}">
        <p14:creationId xmlns:p14="http://schemas.microsoft.com/office/powerpoint/2010/main" val="1745161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2026-07-17T15:26:42.3910000Z</dcterms:created>
  <dcterms:modified xsi:type="dcterms:W3CDTF">2026-07-17T15:26:42.3910000Z</dcterms:modified>
</coreProperties>
</file>